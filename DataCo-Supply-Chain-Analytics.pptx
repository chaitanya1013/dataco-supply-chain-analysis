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68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45632"/>
            <a:ext cx="74571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DataCo Supply Chain Analytics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280190" y="22945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0018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 :- 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280190" y="37090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Chaitanya Purkar         1032233488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280190" y="43271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Ayush Mahajan            1032233492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280190" y="49452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Kartik Shrimali             1032233589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280190" y="556325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Anmol Thakur              1032233612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280190" y="61813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Smit Shambhavani      1032233614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80190" y="67993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E47283-1221-B4A2-C0FE-A19A36FDA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133" y="7695743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11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overview &amp; problem statement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988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8860" y="26414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676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scope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16718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180,000+ supply chain transactions covering sales, shipping and customer records.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34661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8860" y="43891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4244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Primary goal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491490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logistics inefficiencies and patterns causing delivery delays.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0943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8860" y="6136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172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Analytical focus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6626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sales, profit and shipping performance; propose a monitoring system.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Dataset information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36049" y="2462617"/>
            <a:ext cx="8351996" cy="3304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DataCo Supply Chain Dataset (CSV)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Types: customer, product, logistics, sales, shipping</a:t>
            </a: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features: order_date, ship_date, customer_id, </a:t>
            </a:r>
            <a:r>
              <a:rPr lang="en-US" sz="24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product_category</a:t>
            </a: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sales, profit, delivery_status</a:t>
            </a: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 stack: Python, Pandas, NumPy, Matplotlib 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E54BE-423C-A38B-4C5E-6E70DEF33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5821"/>
            <a:ext cx="59078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Data processing pipeline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2018228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224954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Feature Engineering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226177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Convert Dates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226177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Deduplicate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3226177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2241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Clean &amp; Impute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3226177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605654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Load CSV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70108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ensures reproducible, auditable preprocessing and produces features for analysis and monitoring.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259559-ED6B-4BD2-9C1A-40BA0BD88AB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590" y="1102281"/>
            <a:ext cx="4950381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Dimensions vs measures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17590" y="2122884"/>
            <a:ext cx="6364367" cy="4359831"/>
          </a:xfrm>
          <a:prstGeom prst="roundRect">
            <a:avLst>
              <a:gd name="adj" fmla="val 1842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1664" y="2336959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Dimensions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31664" y="2797016"/>
            <a:ext cx="593621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Contextual attributes that describe the data, often used for filtering and grouping.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1664" y="3505914"/>
            <a:ext cx="5936218" cy="2762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Id, Customer Fname, Customer Lname, Customer Segment, Customer City, Customer Country, Customer State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Product Name, Product Category Id, Category Name, Department Name, Product Price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date (DateOrders), shipping date (DateOrders)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Location: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City, Order Country, Order Region, Order State, Latitude, Longitude, Market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Shipping Mode, Delivery Status, Late_delivery_risk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56063" y="2122884"/>
            <a:ext cx="6364367" cy="3852267"/>
          </a:xfrm>
          <a:prstGeom prst="roundRect">
            <a:avLst>
              <a:gd name="adj" fmla="val 2085"/>
            </a:avLst>
          </a:prstGeom>
          <a:solidFill>
            <a:srgbClr val="FFFCFA"/>
          </a:solidFill>
          <a:ln w="2286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0138" y="2336959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Measures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770138" y="2797016"/>
            <a:ext cx="5936218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Quantitative metrics that can be aggregated and analyzed.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0138" y="3223974"/>
            <a:ext cx="5936218" cy="2537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Sales, Sales per customer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Profit Per Order, Benefit per order, Order Item Profit Ratio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Quantity: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Item Quantity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 time: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Days for shipping (real), Days for shipment (scheduled)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Item Discount, Order Item Discount Rate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value:</a:t>
            </a: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 Item Total, Order Item Product Price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590" y="6845379"/>
            <a:ext cx="13195221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separation supports aggregation, filtering and KPI calculation for dashboards and models.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DB0C65-90DC-6068-5969-F822AA2C1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242929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Exploratory data analysis (EDA)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47922" y="2694301"/>
            <a:ext cx="8351996" cy="3865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 summary: mean, median, IQR for sales and profit</a:t>
            </a: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 distribution: skewness, outliers identified</a:t>
            </a: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by category: top-performing and low-margin categories</a:t>
            </a: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 time: distribution &amp; outlier shipments</a:t>
            </a:r>
            <a:endParaRPr lang="en-US" sz="24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endParaRPr lang="en-US" sz="24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Correlation: sales, profit, shipping_time, quantity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8E56D-B19E-C1EC-0665-A407C193E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593"/>
            <a:ext cx="69266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Visualizations &amp; key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53001"/>
            <a:ext cx="883920" cy="54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3053001"/>
            <a:ext cx="1880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Sales by category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3897749"/>
            <a:ext cx="188059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 chart reveals top revenue categories and seasonal spikes.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053001"/>
            <a:ext cx="883920" cy="546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3053001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Profit distribution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897749"/>
            <a:ext cx="188071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Histogram shows heavy right tail; a few high-profit orders skew mean.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053001"/>
            <a:ext cx="883920" cy="546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3053001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Shipping time analysis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897749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Box plots identify regions with high variance and frequent delays.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053001"/>
            <a:ext cx="883920" cy="546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3053001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Correlation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3543419"/>
            <a:ext cx="188071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 correlation between shipping_time and profit loss for delayed orders.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59759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prioritise interventions: regions and categories with both high volume and delay risk.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5BD06A-26CD-FA96-B8CE-34DD2A6F51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9421"/>
            <a:ext cx="8283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performance indicators (KPIs)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8130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92%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On-time Delivery 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60344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Proportion of orders delivered within SLA.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13813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Late Delivery Risk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660344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Percentage of shipments exceeding expected delivery time.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13813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$3.2M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Sales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66034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Aggregated sales for the analysis period.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138130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$420K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41699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Total Profit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660344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 profit after returns and discounts.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0042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 form the monitoring baseline for dashboards and alerts.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B4203A-992E-9E7D-42D4-AB7A5B5F5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7976"/>
            <a:ext cx="98263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requirements &amp; business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857250" y="3117479"/>
            <a:ext cx="29820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7250" y="3698623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data ingestion &amp; cleaning pipeline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dashboard with KPI filters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 alerts for delivery delays and profit dips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Scheduled profit reporting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599521" y="3117479"/>
            <a:ext cx="42442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Non-functional &amp; business insights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599521" y="3698623"/>
            <a:ext cx="6244709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Speed, accuracy, scalability, usability, data privacy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 delivery reliability via targeted carrier contracts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high-margin SKUs for prioritised routing</a:t>
            </a:r>
            <a:endParaRPr lang="en-US" sz="24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Optimize shipping mode by cost vs delay trade-offs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9916CD-8945-B737-BC35-ACC460C1B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8679"/>
            <a:ext cx="62429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07619"/>
            <a:ext cx="226814" cy="1669852"/>
          </a:xfrm>
          <a:prstGeom prst="roundRect">
            <a:avLst>
              <a:gd name="adj" fmla="val 4200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3381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33818" y="262485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 and EDA revealed specific regional delays and product categories affecting profit.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804285"/>
            <a:ext cx="226814" cy="1669852"/>
          </a:xfrm>
          <a:prstGeom prst="roundRect">
            <a:avLst>
              <a:gd name="adj" fmla="val 4200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73979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Immediate next steps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73979" y="4521517"/>
            <a:ext cx="6762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KPI dashboard and alerting; validate alerts with operational teams.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5700951"/>
            <a:ext cx="226814" cy="1669852"/>
          </a:xfrm>
          <a:prstGeom prst="roundRect">
            <a:avLst>
              <a:gd name="adj" fmla="val 42003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14260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14260" y="6418183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 predictive models for delivery risk and implement near real-time monitoring.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BE453B-FDB1-DD08-F2FE-C8E42A724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2133" y="7573612"/>
            <a:ext cx="2448267" cy="533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654</Words>
  <Application>Microsoft Office PowerPoint</Application>
  <PresentationFormat>Custom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Crimson Pro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chaitanya purkar</cp:lastModifiedBy>
  <cp:revision>2</cp:revision>
  <dcterms:created xsi:type="dcterms:W3CDTF">2026-02-18T18:15:33Z</dcterms:created>
  <dcterms:modified xsi:type="dcterms:W3CDTF">2026-02-18T18:20:40Z</dcterms:modified>
</cp:coreProperties>
</file>